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B9F7D-99A7-4AC9-8E2C-38CBE14D5A7E}" type="datetimeFigureOut">
              <a:rPr lang="ru-RU" smtClean="0"/>
              <a:pPr/>
              <a:t>28.10.2020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0BAA6-0CDA-4DE4-96FB-3CD9F2D8F36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Лексический анализатор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Укрупнённый алгоритм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/>
          </a:bodyPr>
          <a:lstStyle/>
          <a:p>
            <a:r>
              <a:rPr lang="ru-RU" sz="2000" dirty="0" err="1" smtClean="0"/>
              <a:t>прКонец</a:t>
            </a:r>
            <a:r>
              <a:rPr lang="ru-RU" sz="2000" dirty="0" smtClean="0"/>
              <a:t> =0</a:t>
            </a:r>
          </a:p>
          <a:p>
            <a:r>
              <a:rPr lang="ru-RU" sz="2000" dirty="0" smtClean="0"/>
              <a:t>ЦИКЛ_ПОКА(НЕ </a:t>
            </a:r>
            <a:r>
              <a:rPr lang="ru-RU" sz="2000" dirty="0" err="1" smtClean="0"/>
              <a:t>прКонец</a:t>
            </a:r>
            <a:r>
              <a:rPr lang="ru-RU" sz="2000" dirty="0" smtClean="0"/>
              <a:t>)</a:t>
            </a:r>
          </a:p>
          <a:p>
            <a:r>
              <a:rPr lang="ru-RU" sz="2000" dirty="0" smtClean="0"/>
              <a:t>       </a:t>
            </a:r>
            <a:r>
              <a:rPr lang="ru-RU" sz="2000" dirty="0" err="1" smtClean="0"/>
              <a:t>ТекВхСимвол=ЛексическийБлок</a:t>
            </a:r>
            <a:endParaRPr lang="ru-RU" sz="2000" dirty="0" smtClean="0"/>
          </a:p>
          <a:p>
            <a:r>
              <a:rPr lang="ru-RU" sz="2000" dirty="0" smtClean="0"/>
              <a:t>       </a:t>
            </a:r>
            <a:r>
              <a:rPr lang="ru-RU" sz="2000" dirty="0" err="1" smtClean="0"/>
              <a:t>ВерхнМагСимвол=Магазин.Верх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   ВЫБОР(</a:t>
            </a:r>
            <a:r>
              <a:rPr lang="ru-RU" sz="2000" dirty="0" err="1" smtClean="0"/>
              <a:t>ВерхнМагСимвол</a:t>
            </a:r>
            <a:r>
              <a:rPr lang="ru-RU" sz="2000" dirty="0" smtClean="0"/>
              <a:t>)</a:t>
            </a:r>
          </a:p>
          <a:p>
            <a:r>
              <a:rPr lang="ru-RU" sz="2000" dirty="0"/>
              <a:t> </a:t>
            </a:r>
            <a:r>
              <a:rPr lang="ru-RU" sz="2000" dirty="0" smtClean="0"/>
              <a:t>             Вариант </a:t>
            </a:r>
            <a:r>
              <a:rPr lang="en-US" sz="2000" dirty="0" smtClean="0"/>
              <a:t>&lt;S&gt;: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                 Выбор(</a:t>
            </a:r>
            <a:r>
              <a:rPr lang="ru-RU" sz="2000" dirty="0" err="1" smtClean="0"/>
              <a:t>ТекВхСимвол</a:t>
            </a:r>
            <a:r>
              <a:rPr lang="ru-RU" sz="2000" dirty="0" smtClean="0"/>
              <a:t>)</a:t>
            </a:r>
          </a:p>
          <a:p>
            <a:r>
              <a:rPr lang="ru-RU" sz="2000" dirty="0"/>
              <a:t> </a:t>
            </a:r>
            <a:r>
              <a:rPr lang="ru-RU" sz="2000" dirty="0" smtClean="0"/>
              <a:t>                          Вариант ….</a:t>
            </a:r>
          </a:p>
          <a:p>
            <a:r>
              <a:rPr lang="ru-RU" sz="2000" dirty="0" smtClean="0"/>
              <a:t>                                 </a:t>
            </a:r>
            <a:r>
              <a:rPr lang="ru-RU" sz="2000" dirty="0" err="1" smtClean="0"/>
              <a:t>СоотвОбработка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                       Вариант …</a:t>
            </a:r>
          </a:p>
          <a:p>
            <a:r>
              <a:rPr lang="ru-RU" sz="2000" dirty="0" smtClean="0"/>
              <a:t>                                …</a:t>
            </a:r>
          </a:p>
          <a:p>
            <a:r>
              <a:rPr lang="ru-RU" sz="2000"/>
              <a:t> </a:t>
            </a:r>
            <a:r>
              <a:rPr lang="ru-RU" sz="2000" smtClean="0"/>
              <a:t>                     </a:t>
            </a:r>
            <a:r>
              <a:rPr lang="ru-RU" sz="2000" dirty="0" err="1" smtClean="0"/>
              <a:t>КонецВыбор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         Вариант   ….</a:t>
            </a:r>
            <a:endParaRPr lang="ru-R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40</Words>
  <Application>Microsoft Office PowerPoint</Application>
  <PresentationFormat>Экран (4:3)</PresentationFormat>
  <Paragraphs>15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Лексический анализатор</vt:lpstr>
      <vt:lpstr>Укрупнённый алгоритм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Лексический анализатор</dc:title>
  <dc:creator>Sony</dc:creator>
  <cp:lastModifiedBy>Sony</cp:lastModifiedBy>
  <cp:revision>7</cp:revision>
  <dcterms:created xsi:type="dcterms:W3CDTF">2020-10-22T10:33:27Z</dcterms:created>
  <dcterms:modified xsi:type="dcterms:W3CDTF">2020-10-28T05:51:04Z</dcterms:modified>
</cp:coreProperties>
</file>