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51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8605E-E79C-4FD9-A273-BE0CAA75CC38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D3E03-1F65-4A39-BADD-2024D8AEFF9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D3E03-1F65-4A39-BADD-2024D8AEFF96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64B1E-9D67-439A-9312-12FEBBB90240}" type="datetimeFigureOut">
              <a:rPr lang="ru-RU" smtClean="0"/>
              <a:pPr/>
              <a:t>07.09.2020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E3220-1250-417B-B3C2-D1C0CCF8EC8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864095"/>
          </a:xfrm>
        </p:spPr>
        <p:txBody>
          <a:bodyPr>
            <a:normAutofit/>
          </a:bodyPr>
          <a:lstStyle/>
          <a:p>
            <a:r>
              <a:rPr lang="en-US" sz="2400" b="1" dirty="0"/>
              <a:t>1</a:t>
            </a:r>
            <a:r>
              <a:rPr lang="ru-RU" sz="2400" b="1" dirty="0"/>
              <a:t>.</a:t>
            </a:r>
            <a:r>
              <a:rPr lang="en-US" sz="2400" b="1" dirty="0"/>
              <a:t>6</a:t>
            </a:r>
            <a:r>
              <a:rPr lang="ru-RU" sz="2400" b="1" dirty="0"/>
              <a:t>. Элемент  </a:t>
            </a:r>
            <a:r>
              <a:rPr lang="en-US" sz="2400" b="1" dirty="0" err="1"/>
              <a:t>NumericUpDown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1124744"/>
            <a:ext cx="8208912" cy="5472608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	Элемент  </a:t>
            </a:r>
            <a:r>
              <a:rPr lang="en-US" b="1" i="1" dirty="0" err="1"/>
              <a:t>NumericUpDown</a:t>
            </a:r>
            <a:r>
              <a:rPr lang="ru-RU" dirty="0"/>
              <a:t>  представляет собой поле со счётчиком.  </a:t>
            </a:r>
          </a:p>
          <a:p>
            <a:pPr algn="l"/>
            <a:r>
              <a:rPr lang="en-US" i="1" dirty="0"/>
              <a:t>Value</a:t>
            </a:r>
            <a:r>
              <a:rPr lang="en-US" dirty="0"/>
              <a:t>		</a:t>
            </a:r>
            <a:endParaRPr lang="ru-RU" dirty="0" smtClean="0"/>
          </a:p>
          <a:p>
            <a:pPr algn="l"/>
            <a:r>
              <a:rPr lang="en-US" i="1" dirty="0" smtClean="0"/>
              <a:t>Increment</a:t>
            </a:r>
            <a:r>
              <a:rPr lang="ru-RU" dirty="0"/>
              <a:t>	</a:t>
            </a:r>
          </a:p>
          <a:p>
            <a:pPr algn="l"/>
            <a:r>
              <a:rPr lang="ru-RU" dirty="0"/>
              <a:t>                             </a:t>
            </a:r>
            <a:r>
              <a:rPr lang="ru-RU" dirty="0" smtClean="0"/>
              <a:t> </a:t>
            </a:r>
            <a:endParaRPr lang="ru-RU" dirty="0"/>
          </a:p>
          <a:p>
            <a:pPr algn="l"/>
            <a:r>
              <a:rPr lang="en-US" i="1" dirty="0"/>
              <a:t>Minimum</a:t>
            </a:r>
            <a:r>
              <a:rPr lang="ru-RU" i="1" dirty="0"/>
              <a:t>	</a:t>
            </a:r>
            <a:endParaRPr lang="ru-RU" dirty="0"/>
          </a:p>
          <a:p>
            <a:pPr algn="l"/>
            <a:r>
              <a:rPr lang="en-US" i="1" dirty="0"/>
              <a:t>Maximum</a:t>
            </a:r>
            <a:r>
              <a:rPr lang="ru-RU" i="1" dirty="0"/>
              <a:t>	</a:t>
            </a:r>
            <a:endParaRPr lang="ru-RU" dirty="0"/>
          </a:p>
          <a:p>
            <a:pPr algn="l"/>
            <a:r>
              <a:rPr lang="ru-RU" dirty="0"/>
              <a:t> </a:t>
            </a:r>
          </a:p>
          <a:p>
            <a:pPr algn="l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1_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43608" y="1556792"/>
            <a:ext cx="7560840" cy="475252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Пример (продолжение)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04056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 </a:t>
            </a:r>
          </a:p>
          <a:p>
            <a:r>
              <a:rPr lang="ru-RU" dirty="0"/>
              <a:t>        </a:t>
            </a:r>
            <a:r>
              <a:rPr lang="en-US" dirty="0"/>
              <a:t>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a = (</a:t>
            </a:r>
            <a:r>
              <a:rPr lang="en-US" dirty="0" err="1"/>
              <a:t>int</a:t>
            </a:r>
            <a:r>
              <a:rPr lang="en-US" dirty="0"/>
              <a:t>)numericUpDown1.Value;</a:t>
            </a:r>
            <a:endParaRPr lang="ru-RU" dirty="0"/>
          </a:p>
          <a:p>
            <a:r>
              <a:rPr lang="en-US" dirty="0"/>
              <a:t>            Graphics g = </a:t>
            </a:r>
            <a:r>
              <a:rPr lang="en-US" dirty="0" err="1"/>
              <a:t>Graphics.FromHwnd</a:t>
            </a:r>
            <a:r>
              <a:rPr lang="en-US" dirty="0"/>
              <a:t>(</a:t>
            </a:r>
            <a:r>
              <a:rPr lang="en-US" dirty="0" err="1"/>
              <a:t>this.Handle</a:t>
            </a:r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            Pen p1 = new Pen(</a:t>
            </a:r>
            <a:r>
              <a:rPr lang="en-US" dirty="0" err="1"/>
              <a:t>Color.Black</a:t>
            </a:r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            </a:t>
            </a:r>
            <a:r>
              <a:rPr lang="ru-RU" dirty="0" err="1"/>
              <a:t>g.DrawRectangle</a:t>
            </a:r>
            <a:r>
              <a:rPr lang="ru-RU" dirty="0"/>
              <a:t>(p1,100, 100, </a:t>
            </a:r>
            <a:r>
              <a:rPr lang="ru-RU" dirty="0" err="1"/>
              <a:t>a</a:t>
            </a:r>
            <a:r>
              <a:rPr lang="ru-RU" dirty="0"/>
              <a:t>, 50);</a:t>
            </a:r>
          </a:p>
          <a:p>
            <a:r>
              <a:rPr lang="ru-RU" dirty="0"/>
              <a:t>        </a:t>
            </a:r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en-US" sz="2400" b="1" dirty="0" smtClean="0"/>
              <a:t>1</a:t>
            </a:r>
            <a:r>
              <a:rPr lang="ru-RU" sz="2400" b="1" dirty="0"/>
              <a:t>.7. Элемент  </a:t>
            </a:r>
            <a:r>
              <a:rPr lang="en-US" sz="2400" b="1" dirty="0" err="1"/>
              <a:t>TabControl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/>
          </a:bodyPr>
          <a:lstStyle/>
          <a:p>
            <a:r>
              <a:rPr lang="en-US" dirty="0"/>
              <a:t>	</a:t>
            </a:r>
            <a:r>
              <a:rPr lang="ru-RU" dirty="0"/>
              <a:t>Элемент  </a:t>
            </a:r>
            <a:r>
              <a:rPr lang="en-US" b="1" i="1" dirty="0" err="1"/>
              <a:t>TabControl</a:t>
            </a:r>
            <a:r>
              <a:rPr lang="ru-RU" dirty="0"/>
              <a:t>  представляет собой панель со вкладками.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1_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340768"/>
            <a:ext cx="8064895" cy="504056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650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 </a:t>
            </a:r>
          </a:p>
          <a:p>
            <a:r>
              <a:rPr lang="en-US" dirty="0"/>
              <a:t>        private void button1_Click(object sender, 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                                                                </a:t>
            </a:r>
            <a:r>
              <a:rPr lang="en-US" dirty="0" err="1" smtClean="0"/>
              <a:t>EventArgs</a:t>
            </a:r>
            <a:r>
              <a:rPr lang="en-US" dirty="0" smtClean="0"/>
              <a:t> </a:t>
            </a:r>
            <a:r>
              <a:rPr lang="en-US" dirty="0"/>
              <a:t>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textBox1.Text = </a:t>
            </a:r>
            <a:endParaRPr lang="ru-RU" dirty="0" smtClean="0"/>
          </a:p>
          <a:p>
            <a:r>
              <a:rPr lang="ru-RU" dirty="0"/>
              <a:t> </a:t>
            </a:r>
            <a:r>
              <a:rPr lang="ru-RU" dirty="0" smtClean="0"/>
              <a:t>                   </a:t>
            </a:r>
            <a:r>
              <a:rPr lang="en-US" dirty="0" smtClean="0"/>
              <a:t>listBox1.SelectedItem.ToString</a:t>
            </a:r>
            <a:r>
              <a:rPr lang="en-US" dirty="0"/>
              <a:t>();</a:t>
            </a:r>
            <a:endParaRPr lang="ru-RU" dirty="0"/>
          </a:p>
          <a:p>
            <a:r>
              <a:rPr lang="en-US" dirty="0"/>
              <a:t>        </a:t>
            </a:r>
            <a:r>
              <a:rPr lang="ru-RU" dirty="0" smtClean="0"/>
              <a:t>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1.8</a:t>
            </a:r>
            <a:r>
              <a:rPr lang="ru-RU" sz="2400" b="1" dirty="0"/>
              <a:t>. Элемент  </a:t>
            </a:r>
            <a:r>
              <a:rPr lang="en-US" sz="2400" b="1" dirty="0"/>
              <a:t>Timer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20688"/>
            <a:ext cx="8640960" cy="60486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	</a:t>
            </a:r>
            <a:r>
              <a:rPr lang="ru-RU" dirty="0"/>
              <a:t>Элемент  </a:t>
            </a:r>
            <a:r>
              <a:rPr lang="en-US" b="1" i="1" dirty="0"/>
              <a:t>Timer</a:t>
            </a:r>
            <a:r>
              <a:rPr lang="ru-RU" dirty="0"/>
              <a:t>  служит для отсчёта временных интервалов. </a:t>
            </a:r>
            <a:endParaRPr lang="ru-RU" dirty="0" smtClean="0"/>
          </a:p>
          <a:p>
            <a:endParaRPr lang="ru-RU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smtClean="0"/>
              <a:t>x</a:t>
            </a:r>
            <a:r>
              <a:rPr lang="ru-RU" dirty="0" smtClean="0"/>
              <a:t>=10</a:t>
            </a:r>
            <a:r>
              <a:rPr lang="en-US" dirty="0" smtClean="0"/>
              <a:t>;        </a:t>
            </a:r>
            <a:endParaRPr lang="ru-RU" dirty="0"/>
          </a:p>
          <a:p>
            <a:r>
              <a:rPr lang="en-US" dirty="0"/>
              <a:t>private void timer1_Tick(object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Graphics g = </a:t>
            </a:r>
            <a:r>
              <a:rPr lang="en-US" dirty="0" err="1"/>
              <a:t>Graphics.FromHwnd</a:t>
            </a:r>
            <a:r>
              <a:rPr lang="en-US" dirty="0"/>
              <a:t>(</a:t>
            </a:r>
            <a:r>
              <a:rPr lang="en-US" dirty="0" err="1"/>
              <a:t>this.Handle</a:t>
            </a:r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   if (x &lt; Width - 25)</a:t>
            </a:r>
            <a:endParaRPr lang="ru-RU" dirty="0"/>
          </a:p>
          <a:p>
            <a:r>
              <a:rPr lang="en-US" dirty="0"/>
              <a:t>   {</a:t>
            </a:r>
            <a:endParaRPr lang="ru-RU" dirty="0"/>
          </a:p>
          <a:p>
            <a:r>
              <a:rPr lang="en-US" dirty="0"/>
              <a:t>      </a:t>
            </a:r>
            <a:r>
              <a:rPr lang="en-US" dirty="0" err="1"/>
              <a:t>g.DrawRectangle</a:t>
            </a:r>
            <a:r>
              <a:rPr lang="en-US" dirty="0"/>
              <a:t>(new Pen(</a:t>
            </a:r>
            <a:r>
              <a:rPr lang="en-US" dirty="0" err="1"/>
              <a:t>Color.Black</a:t>
            </a:r>
            <a:r>
              <a:rPr lang="en-US" dirty="0"/>
              <a:t>), x, 50, 10, 10);</a:t>
            </a:r>
            <a:endParaRPr lang="ru-RU" dirty="0"/>
          </a:p>
          <a:p>
            <a:r>
              <a:rPr lang="en-US" dirty="0"/>
              <a:t>    }</a:t>
            </a:r>
            <a:endParaRPr lang="ru-RU" dirty="0"/>
          </a:p>
          <a:p>
            <a:r>
              <a:rPr lang="en-US" dirty="0"/>
              <a:t>   x += 15;</a:t>
            </a:r>
            <a:endParaRPr lang="ru-RU" dirty="0"/>
          </a:p>
          <a:p>
            <a:r>
              <a:rPr lang="en-US" dirty="0"/>
              <a:t>   if (x &gt; Width) timer1.Enabled = false;</a:t>
            </a:r>
            <a:endParaRPr lang="ru-RU" dirty="0"/>
          </a:p>
          <a:p>
            <a:r>
              <a:rPr lang="en-US" dirty="0"/>
              <a:t> </a:t>
            </a:r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700" b="1" dirty="0" smtClean="0"/>
              <a:t>2</a:t>
            </a:r>
            <a:r>
              <a:rPr lang="ru-RU" sz="2700" b="1" dirty="0"/>
              <a:t>. СПИСКИ И ДЕРЕВЬЯ</a:t>
            </a:r>
            <a:br>
              <a:rPr lang="ru-RU" sz="2700" b="1" dirty="0"/>
            </a:br>
            <a:r>
              <a:rPr lang="ru-RU" sz="2700" b="1" dirty="0" smtClean="0"/>
              <a:t>2.1</a:t>
            </a:r>
            <a:r>
              <a:rPr lang="ru-RU" sz="2700" b="1" dirty="0"/>
              <a:t>. Элемент  </a:t>
            </a:r>
            <a:r>
              <a:rPr lang="en-US" sz="2700" b="1" dirty="0" err="1"/>
              <a:t>ListBox</a:t>
            </a:r>
            <a:r>
              <a:rPr lang="ru-RU" sz="2700" b="1" i="1" dirty="0"/>
              <a:t/>
            </a:r>
            <a:br>
              <a:rPr lang="ru-RU" sz="2700" b="1" i="1" dirty="0"/>
            </a:br>
            <a:endParaRPr lang="ru-RU" sz="27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32859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Элемент  </a:t>
            </a:r>
            <a:r>
              <a:rPr lang="en-US" b="1" i="1" dirty="0" err="1"/>
              <a:t>ListBox</a:t>
            </a:r>
            <a:r>
              <a:rPr lang="ru-RU" dirty="0"/>
              <a:t>  представляет собой список, в котором можно выделить одну или несколько строк (один или несколько элементов).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/>
              <a:t> </a:t>
            </a:r>
          </a:p>
          <a:p>
            <a:r>
              <a:rPr lang="ru-RU" i="1" dirty="0"/>
              <a:t>	</a:t>
            </a:r>
            <a:r>
              <a:rPr lang="en-US" i="1" dirty="0" err="1" smtClean="0"/>
              <a:t>SelectedIndex</a:t>
            </a:r>
            <a:endParaRPr lang="ru-RU" i="1" dirty="0" smtClean="0"/>
          </a:p>
          <a:p>
            <a:endParaRPr lang="ru-RU" dirty="0"/>
          </a:p>
          <a:p>
            <a:r>
              <a:rPr lang="ru-RU" i="1" dirty="0"/>
              <a:t>	</a:t>
            </a:r>
            <a:r>
              <a:rPr lang="en-US" i="1" dirty="0" err="1" smtClean="0"/>
              <a:t>SelectedIndecies</a:t>
            </a:r>
            <a:endParaRPr lang="ru-RU" i="1" dirty="0" smtClean="0"/>
          </a:p>
          <a:p>
            <a:endParaRPr lang="ru-RU" dirty="0"/>
          </a:p>
          <a:p>
            <a:r>
              <a:rPr lang="ru-RU" i="1" dirty="0"/>
              <a:t>	</a:t>
            </a:r>
            <a:r>
              <a:rPr lang="en-US" i="1" dirty="0" err="1" smtClean="0"/>
              <a:t>SelectedItem</a:t>
            </a:r>
            <a:endParaRPr lang="ru-RU" i="1" dirty="0" smtClean="0"/>
          </a:p>
          <a:p>
            <a:endParaRPr lang="ru-RU" dirty="0"/>
          </a:p>
          <a:p>
            <a:r>
              <a:rPr lang="ru-RU" i="1" dirty="0"/>
              <a:t>	</a:t>
            </a:r>
            <a:r>
              <a:rPr lang="en-US" i="1" dirty="0" err="1" smtClean="0"/>
              <a:t>SelectedItems</a:t>
            </a:r>
            <a:endParaRPr lang="ru-RU" i="1" dirty="0" smtClean="0"/>
          </a:p>
          <a:p>
            <a:endParaRPr lang="ru-RU" dirty="0"/>
          </a:p>
          <a:p>
            <a:r>
              <a:rPr lang="ru-RU" i="1" dirty="0"/>
              <a:t>	</a:t>
            </a:r>
            <a:r>
              <a:rPr lang="en-US" i="1" dirty="0" err="1" smtClean="0"/>
              <a:t>SelectionMode</a:t>
            </a:r>
            <a:endParaRPr lang="ru-RU" dirty="0"/>
          </a:p>
          <a:p>
            <a:endParaRPr lang="ru-RU" dirty="0"/>
          </a:p>
          <a:p>
            <a:r>
              <a:rPr lang="ru-RU" i="1" dirty="0"/>
              <a:t>	</a:t>
            </a:r>
            <a:r>
              <a:rPr lang="en-US" i="1" dirty="0" smtClean="0"/>
              <a:t>Sorted</a:t>
            </a:r>
            <a:endParaRPr lang="ru-RU" dirty="0"/>
          </a:p>
          <a:p>
            <a:r>
              <a:rPr lang="ru-RU" i="1" dirty="0"/>
              <a:t>	</a:t>
            </a:r>
            <a:r>
              <a:rPr lang="en-US" i="1" dirty="0" smtClean="0"/>
              <a:t>Items</a:t>
            </a:r>
            <a:endParaRPr lang="ru-RU" dirty="0"/>
          </a:p>
          <a:p>
            <a:r>
              <a:rPr lang="ru-RU" dirty="0"/>
              <a:t> 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2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340768"/>
            <a:ext cx="8280920" cy="5256584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736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 </a:t>
            </a:r>
          </a:p>
          <a:p>
            <a:r>
              <a:rPr lang="ru-RU" dirty="0"/>
              <a:t>        </a:t>
            </a:r>
            <a:r>
              <a:rPr lang="en-US" dirty="0"/>
              <a:t>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string txt;</a:t>
            </a:r>
            <a:endParaRPr lang="ru-RU" dirty="0"/>
          </a:p>
          <a:p>
            <a:r>
              <a:rPr lang="en-US" dirty="0"/>
              <a:t>            txt = listBox1.SelectedItem.ToString();</a:t>
            </a:r>
            <a:endParaRPr lang="ru-RU" dirty="0"/>
          </a:p>
          <a:p>
            <a:r>
              <a:rPr lang="en-US" dirty="0"/>
              <a:t>            textBox1.Text = txt;</a:t>
            </a:r>
            <a:endParaRPr lang="ru-RU" dirty="0"/>
          </a:p>
          <a:p>
            <a:r>
              <a:rPr lang="en-US" dirty="0"/>
              <a:t>        </a:t>
            </a:r>
            <a:r>
              <a:rPr lang="en-US" dirty="0" smtClean="0"/>
              <a:t>}</a:t>
            </a:r>
            <a:endParaRPr lang="ru-RU" dirty="0" smtClean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2.2. Элемент </a:t>
            </a:r>
            <a:r>
              <a:rPr lang="en-US" sz="2800" b="1" dirty="0" err="1"/>
              <a:t>ComboBox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r>
              <a:rPr lang="en-US" dirty="0"/>
              <a:t>	</a:t>
            </a:r>
            <a:r>
              <a:rPr lang="ru-RU" dirty="0"/>
              <a:t>Элемент  </a:t>
            </a:r>
            <a:r>
              <a:rPr lang="en-US" b="1" i="1" dirty="0" err="1"/>
              <a:t>ComboBox</a:t>
            </a:r>
            <a:r>
              <a:rPr lang="en-US" dirty="0"/>
              <a:t> </a:t>
            </a:r>
            <a:r>
              <a:rPr lang="ru-RU" dirty="0"/>
              <a:t> – это  выпадающий </a:t>
            </a:r>
            <a:r>
              <a:rPr lang="ru-RU" dirty="0" smtClean="0"/>
              <a:t>список</a:t>
            </a:r>
            <a:endParaRPr lang="ru-RU" dirty="0"/>
          </a:p>
          <a:p>
            <a:r>
              <a:rPr lang="ru-RU" dirty="0"/>
              <a:t>	</a:t>
            </a:r>
            <a:r>
              <a:rPr lang="en-US" b="1" i="1" dirty="0" smtClean="0"/>
              <a:t>Items</a:t>
            </a:r>
            <a:r>
              <a:rPr lang="ru-RU" dirty="0" smtClean="0"/>
              <a:t> </a:t>
            </a:r>
          </a:p>
          <a:p>
            <a:pPr lvl="1">
              <a:buNone/>
            </a:pPr>
            <a:r>
              <a:rPr lang="ru-RU" b="1" i="1" dirty="0" smtClean="0"/>
              <a:t> 	</a:t>
            </a:r>
            <a:r>
              <a:rPr lang="en-US" b="1" i="1" dirty="0" smtClean="0"/>
              <a:t>Text</a:t>
            </a:r>
            <a:endParaRPr lang="ru-RU" dirty="0"/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2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1556792"/>
            <a:ext cx="7920879" cy="4896544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 </a:t>
            </a:r>
          </a:p>
          <a:p>
            <a:r>
              <a:rPr lang="en-US" dirty="0"/>
              <a:t>        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</a:t>
            </a:r>
            <a:r>
              <a:rPr lang="ru-RU" dirty="0"/>
              <a:t>{</a:t>
            </a:r>
          </a:p>
          <a:p>
            <a:r>
              <a:rPr lang="ru-RU" dirty="0"/>
              <a:t>            textBox1.Text = comboBox1.Text;</a:t>
            </a:r>
          </a:p>
          <a:p>
            <a:r>
              <a:rPr lang="ru-RU" dirty="0"/>
              <a:t>        }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2.3</a:t>
            </a:r>
            <a:r>
              <a:rPr lang="ru-RU" sz="3200" b="1" dirty="0"/>
              <a:t>. Элемент </a:t>
            </a:r>
            <a:r>
              <a:rPr lang="en-US" sz="3200" b="1" dirty="0" err="1"/>
              <a:t>TreeView</a:t>
            </a:r>
            <a:r>
              <a:rPr lang="ru-RU" sz="3200" b="1" i="1" dirty="0"/>
              <a:t/>
            </a:r>
            <a:br>
              <a:rPr lang="ru-RU" sz="3200" b="1" i="1" dirty="0"/>
            </a:b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/>
          </a:bodyPr>
          <a:lstStyle/>
          <a:p>
            <a:r>
              <a:rPr lang="ru-RU" dirty="0"/>
              <a:t>	Элемент  </a:t>
            </a:r>
            <a:r>
              <a:rPr lang="en-US" b="1" i="1" dirty="0" err="1"/>
              <a:t>TreeView</a:t>
            </a:r>
            <a:r>
              <a:rPr lang="ru-RU" dirty="0"/>
              <a:t>  предназначен для отображения иерархических древовидных структур. </a:t>
            </a:r>
            <a:endParaRPr lang="ru-RU" dirty="0" smtClean="0"/>
          </a:p>
          <a:p>
            <a:r>
              <a:rPr lang="en-US" b="1" i="1" dirty="0" smtClean="0"/>
              <a:t>Nodes</a:t>
            </a:r>
            <a:r>
              <a:rPr lang="ru-RU" dirty="0" smtClean="0"/>
              <a:t> 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3</a:t>
            </a:r>
            <a:r>
              <a:rPr lang="ru-RU" sz="2400" b="1" dirty="0"/>
              <a:t>. РЕДАКТОРЫ ТЕКСТА</a:t>
            </a:r>
            <a:br>
              <a:rPr lang="ru-RU" sz="2400" b="1" dirty="0"/>
            </a:br>
            <a:r>
              <a:rPr lang="ru-RU" sz="2400" dirty="0"/>
              <a:t> </a:t>
            </a:r>
            <a:r>
              <a:rPr lang="ru-RU" sz="2400" b="1" dirty="0" smtClean="0"/>
              <a:t>3.1</a:t>
            </a:r>
            <a:r>
              <a:rPr lang="ru-RU" sz="2400" b="1" dirty="0"/>
              <a:t>. Многострочный элемент </a:t>
            </a:r>
            <a:r>
              <a:rPr lang="en-US" sz="2400" b="1" dirty="0" err="1"/>
              <a:t>TextBox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	</a:t>
            </a:r>
            <a:r>
              <a:rPr lang="en-US" b="1" i="1" dirty="0" smtClean="0"/>
              <a:t>Multiline</a:t>
            </a:r>
            <a:r>
              <a:rPr lang="ru-RU" dirty="0" smtClean="0"/>
              <a:t> </a:t>
            </a:r>
          </a:p>
          <a:p>
            <a:r>
              <a:rPr lang="en-US" b="1" i="1" dirty="0" smtClean="0"/>
              <a:t>Lines </a:t>
            </a:r>
            <a:endParaRPr lang="ru-RU" b="1" i="1" dirty="0" smtClean="0"/>
          </a:p>
          <a:p>
            <a:r>
              <a:rPr lang="en-US" b="1" i="1" dirty="0" smtClean="0"/>
              <a:t>Text</a:t>
            </a:r>
            <a:r>
              <a:rPr lang="ru-RU" b="1" i="1" dirty="0" smtClean="0"/>
              <a:t> </a:t>
            </a:r>
          </a:p>
          <a:p>
            <a:r>
              <a:rPr lang="en-US" b="1" i="1" dirty="0" smtClean="0"/>
              <a:t>Length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en-US" dirty="0"/>
              <a:t>v</a:t>
            </a:r>
            <a:r>
              <a:rPr lang="en-US" i="1" dirty="0"/>
              <a:t>oid </a:t>
            </a:r>
            <a:r>
              <a:rPr lang="en-US" i="1" dirty="0" err="1"/>
              <a:t>AppendText</a:t>
            </a:r>
            <a:r>
              <a:rPr lang="ru-RU" i="1" dirty="0"/>
              <a:t>(</a:t>
            </a:r>
            <a:r>
              <a:rPr lang="en-US" i="1" dirty="0"/>
              <a:t>string </a:t>
            </a:r>
            <a:r>
              <a:rPr lang="en-US" i="1" dirty="0" err="1"/>
              <a:t>str</a:t>
            </a:r>
            <a:r>
              <a:rPr lang="ru-RU" i="1" dirty="0"/>
              <a:t>)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</a:p>
          <a:p>
            <a:r>
              <a:rPr lang="ru-RU" dirty="0"/>
              <a:t> </a:t>
            </a:r>
          </a:p>
          <a:p>
            <a:r>
              <a:rPr lang="en-US" i="1" dirty="0"/>
              <a:t>void Clear</a:t>
            </a:r>
            <a:r>
              <a:rPr lang="ru-RU" i="1" dirty="0"/>
              <a:t>()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3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412777"/>
            <a:ext cx="8208911" cy="4968552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endParaRPr lang="ru-RU" dirty="0"/>
          </a:p>
          <a:p>
            <a:r>
              <a:rPr lang="ru-RU" dirty="0"/>
              <a:t> </a:t>
            </a:r>
          </a:p>
          <a:p>
            <a:r>
              <a:rPr lang="en-US" dirty="0"/>
              <a:t>        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string s = textBox1.Lines[</a:t>
            </a:r>
            <a:r>
              <a:rPr lang="ru-RU" dirty="0"/>
              <a:t>1</a:t>
            </a:r>
            <a:r>
              <a:rPr lang="en-US" dirty="0"/>
              <a:t>];</a:t>
            </a:r>
            <a:endParaRPr lang="ru-RU" dirty="0"/>
          </a:p>
          <a:p>
            <a:r>
              <a:rPr lang="en-US" dirty="0"/>
              <a:t>            textBox2.Text = s;</a:t>
            </a:r>
            <a:endParaRPr lang="ru-RU" dirty="0"/>
          </a:p>
          <a:p>
            <a:r>
              <a:rPr lang="en-US" dirty="0"/>
              <a:t>        </a:t>
            </a:r>
            <a:r>
              <a:rPr lang="ru-RU" dirty="0" smtClean="0"/>
              <a:t>}</a:t>
            </a:r>
          </a:p>
          <a:p>
            <a:endParaRPr lang="ru-RU" dirty="0"/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700" b="1" dirty="0" smtClean="0"/>
              <a:t>3.2</a:t>
            </a:r>
            <a:r>
              <a:rPr lang="ru-RU" sz="2700" b="1" dirty="0"/>
              <a:t>. Элемент </a:t>
            </a:r>
            <a:r>
              <a:rPr lang="en-US" sz="2700" b="1" dirty="0" err="1"/>
              <a:t>RichTextBox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	</a:t>
            </a:r>
          </a:p>
          <a:p>
            <a:r>
              <a:rPr lang="ru-RU" dirty="0"/>
              <a:t>	</a:t>
            </a:r>
            <a:r>
              <a:rPr lang="en-US" b="1" i="1" dirty="0" smtClean="0"/>
              <a:t>Lines </a:t>
            </a:r>
            <a:endParaRPr lang="ru-RU" b="1" i="1" dirty="0" smtClean="0"/>
          </a:p>
          <a:p>
            <a:r>
              <a:rPr lang="ru-RU" b="1" i="1" dirty="0" smtClean="0"/>
              <a:t> 	</a:t>
            </a:r>
            <a:r>
              <a:rPr lang="en-US" b="1" i="1" dirty="0" smtClean="0"/>
              <a:t>Text</a:t>
            </a:r>
            <a:endParaRPr lang="ru-RU" dirty="0"/>
          </a:p>
          <a:p>
            <a:r>
              <a:rPr lang="ru-RU" dirty="0"/>
              <a:t>	</a:t>
            </a:r>
            <a:r>
              <a:rPr lang="en-US" b="1" i="1" dirty="0" err="1" smtClean="0"/>
              <a:t>ScrollBars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Элемент </a:t>
            </a:r>
            <a:r>
              <a:rPr lang="en-US" sz="2400" b="1" dirty="0" err="1" smtClean="0"/>
              <a:t>RichTextBox</a:t>
            </a:r>
            <a:r>
              <a:rPr lang="ru-RU" sz="2400" b="1" dirty="0" smtClean="0"/>
              <a:t>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ru-RU" dirty="0"/>
              <a:t>	</a:t>
            </a:r>
          </a:p>
          <a:p>
            <a:r>
              <a:rPr lang="ru-RU" dirty="0"/>
              <a:t> </a:t>
            </a:r>
          </a:p>
          <a:p>
            <a:r>
              <a:rPr lang="en-US" i="1" dirty="0"/>
              <a:t>void  Clear</a:t>
            </a:r>
            <a:r>
              <a:rPr lang="ru-RU" i="1" dirty="0"/>
              <a:t>()</a:t>
            </a:r>
            <a:r>
              <a:rPr lang="ru-RU" dirty="0"/>
              <a:t>			</a:t>
            </a:r>
          </a:p>
          <a:p>
            <a:r>
              <a:rPr lang="en-US" i="1" dirty="0"/>
              <a:t>void  </a:t>
            </a:r>
            <a:r>
              <a:rPr lang="en-US" i="1" dirty="0" err="1"/>
              <a:t>SaveFile</a:t>
            </a:r>
            <a:r>
              <a:rPr lang="ru-RU" i="1" dirty="0"/>
              <a:t>(</a:t>
            </a:r>
            <a:r>
              <a:rPr lang="en-US" i="1" dirty="0"/>
              <a:t>string</a:t>
            </a:r>
            <a:r>
              <a:rPr lang="ru-RU" i="1" dirty="0"/>
              <a:t>  </a:t>
            </a:r>
            <a:r>
              <a:rPr lang="en-US" i="1" dirty="0"/>
              <a:t>filename</a:t>
            </a:r>
            <a:r>
              <a:rPr lang="ru-RU" i="1" dirty="0"/>
              <a:t>)</a:t>
            </a:r>
            <a:r>
              <a:rPr lang="ru-RU" dirty="0"/>
              <a:t>	</a:t>
            </a:r>
          </a:p>
          <a:p>
            <a:r>
              <a:rPr lang="en-US" i="1" dirty="0"/>
              <a:t>void  </a:t>
            </a:r>
            <a:r>
              <a:rPr lang="en-US" i="1" dirty="0" err="1"/>
              <a:t>LoadFile</a:t>
            </a:r>
            <a:r>
              <a:rPr lang="ru-RU" i="1" dirty="0"/>
              <a:t>(</a:t>
            </a:r>
            <a:r>
              <a:rPr lang="en-US" i="1" dirty="0"/>
              <a:t>string</a:t>
            </a:r>
            <a:r>
              <a:rPr lang="ru-RU" i="1" dirty="0"/>
              <a:t>  </a:t>
            </a:r>
            <a:r>
              <a:rPr lang="en-US" i="1" dirty="0"/>
              <a:t>filename</a:t>
            </a:r>
            <a:r>
              <a:rPr lang="ru-RU" i="1" dirty="0"/>
              <a:t>)</a:t>
            </a:r>
            <a:r>
              <a:rPr lang="ru-RU" dirty="0"/>
              <a:t>	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3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196752"/>
            <a:ext cx="8280920" cy="5256584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04664"/>
          </a:xfrm>
        </p:spPr>
        <p:txBody>
          <a:bodyPr>
            <a:normAutofit fontScale="90000"/>
          </a:bodyPr>
          <a:lstStyle/>
          <a:p>
            <a:r>
              <a:rPr lang="ru-RU" sz="2400" dirty="0" smtClean="0"/>
              <a:t>Пример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548680"/>
            <a:ext cx="8424936" cy="630932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	</a:t>
            </a:r>
          </a:p>
          <a:p>
            <a:r>
              <a:rPr lang="ru-RU" dirty="0"/>
              <a:t> </a:t>
            </a:r>
          </a:p>
          <a:p>
            <a:r>
              <a:rPr lang="en-US" dirty="0"/>
              <a:t>using System;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System.Collections.Generic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System.ComponentModel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System.Data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System.Drawing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System.Linq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System.Text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using </a:t>
            </a:r>
            <a:r>
              <a:rPr lang="en-US" dirty="0" err="1"/>
              <a:t>System.Windows.Forms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r>
              <a:rPr lang="en-US" dirty="0"/>
              <a:t>namespace </a:t>
            </a:r>
            <a:r>
              <a:rPr lang="en-US" dirty="0" err="1"/>
              <a:t>RichTextBox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 public partial class Form1 : Form</a:t>
            </a:r>
            <a:endParaRPr lang="ru-RU" dirty="0"/>
          </a:p>
          <a:p>
            <a:r>
              <a:rPr lang="en-US" dirty="0"/>
              <a:t>    {</a:t>
            </a:r>
            <a:endParaRPr lang="ru-RU" dirty="0"/>
          </a:p>
          <a:p>
            <a:r>
              <a:rPr lang="en-US" dirty="0"/>
              <a:t>        public Form1()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</a:t>
            </a:r>
            <a:r>
              <a:rPr lang="en-US" dirty="0" err="1"/>
              <a:t>InitializeComponent</a:t>
            </a:r>
            <a:r>
              <a:rPr lang="en-US" dirty="0"/>
              <a:t>();</a:t>
            </a:r>
            <a:endParaRPr lang="ru-RU" dirty="0"/>
          </a:p>
          <a:p>
            <a:r>
              <a:rPr lang="en-US" dirty="0"/>
              <a:t>        </a:t>
            </a:r>
            <a:r>
              <a:rPr lang="en-US" dirty="0" smtClean="0"/>
              <a:t>}</a:t>
            </a:r>
            <a:r>
              <a:rPr lang="ru-RU" dirty="0"/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04664"/>
          </a:xfrm>
        </p:spPr>
        <p:txBody>
          <a:bodyPr>
            <a:normAutofit fontScale="90000"/>
          </a:bodyPr>
          <a:lstStyle/>
          <a:p>
            <a:r>
              <a:rPr lang="ru-RU" sz="2400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381328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 </a:t>
            </a:r>
            <a:r>
              <a:rPr lang="ru-RU" dirty="0" smtClean="0"/>
              <a:t>  </a:t>
            </a:r>
            <a:endParaRPr lang="ru-RU" dirty="0" smtClean="0"/>
          </a:p>
          <a:p>
            <a:r>
              <a:rPr lang="ru-RU" dirty="0" smtClean="0"/>
              <a:t>        </a:t>
            </a:r>
            <a:r>
              <a:rPr lang="en-US" dirty="0" smtClean="0"/>
              <a:t>private void button1_Click(object sender,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string s = richTextBox1.Lines[2];</a:t>
            </a:r>
            <a:endParaRPr lang="ru-RU" dirty="0" smtClean="0"/>
          </a:p>
          <a:p>
            <a:r>
              <a:rPr lang="en-US" dirty="0" smtClean="0"/>
              <a:t>            textBox1.Text = s;</a:t>
            </a:r>
            <a:endParaRPr lang="ru-RU" dirty="0" smtClean="0"/>
          </a:p>
          <a:p>
            <a:r>
              <a:rPr lang="ru-RU" dirty="0" smtClean="0"/>
              <a:t>        } </a:t>
            </a:r>
            <a:endParaRPr lang="ru-RU" dirty="0"/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        private void button2_Click(object sender,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richTextBox1.SaveFile("File2.rtf");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r>
              <a:rPr lang="ru-RU" dirty="0" smtClean="0"/>
              <a:t>  </a:t>
            </a:r>
            <a:r>
              <a:rPr lang="ru-RU" dirty="0" smtClean="0"/>
              <a:t>   </a:t>
            </a:r>
            <a:endParaRPr lang="ru-RU" dirty="0" smtClean="0"/>
          </a:p>
          <a:p>
            <a:r>
              <a:rPr lang="en-US" dirty="0" smtClean="0"/>
              <a:t>        private void button3_Click(object sender,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richTextBox1.Clear();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       </a:t>
            </a:r>
            <a:r>
              <a:rPr lang="en-US" dirty="0" smtClean="0"/>
              <a:t>private void button4_Click(object sender,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ru-RU" dirty="0" smtClean="0"/>
              <a:t>{</a:t>
            </a:r>
          </a:p>
          <a:p>
            <a:r>
              <a:rPr lang="ru-RU" dirty="0" smtClean="0"/>
              <a:t>            richTextBox1.LoadFile("File2.rtf");</a:t>
            </a:r>
          </a:p>
          <a:p>
            <a:r>
              <a:rPr lang="ru-RU" dirty="0" smtClean="0"/>
              <a:t>        }</a:t>
            </a:r>
          </a:p>
          <a:p>
            <a:r>
              <a:rPr lang="ru-RU" dirty="0" smtClean="0"/>
              <a:t>    }</a:t>
            </a:r>
          </a:p>
          <a:p>
            <a:r>
              <a:rPr lang="ru-RU" dirty="0" smtClean="0"/>
              <a:t>}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10146"/>
          </a:xfrm>
        </p:spPr>
        <p:txBody>
          <a:bodyPr>
            <a:noAutofit/>
          </a:bodyPr>
          <a:lstStyle/>
          <a:p>
            <a:r>
              <a:rPr lang="ru-RU" sz="2800" b="1" dirty="0" smtClean="0"/>
              <a:t>4</a:t>
            </a:r>
            <a:r>
              <a:rPr lang="ru-RU" sz="2800" b="1" dirty="0"/>
              <a:t>. ДИАЛОГОВЫЕ ЭЛЕМЕНТЫ</a:t>
            </a:r>
            <a:br>
              <a:rPr lang="ru-RU" sz="2800" b="1" dirty="0"/>
            </a:br>
            <a:r>
              <a:rPr lang="ru-RU" sz="2800" b="1" dirty="0" smtClean="0"/>
              <a:t>4.1</a:t>
            </a:r>
            <a:r>
              <a:rPr lang="ru-RU" sz="2800" b="1" dirty="0"/>
              <a:t>. Элемент </a:t>
            </a:r>
            <a:r>
              <a:rPr lang="en-US" sz="2800" b="1" dirty="0" err="1"/>
              <a:t>OpenFileDialog</a:t>
            </a:r>
            <a:r>
              <a:rPr lang="ru-RU" sz="2800" b="1" i="1" dirty="0"/>
              <a:t/>
            </a:r>
            <a:br>
              <a:rPr lang="ru-RU" sz="2800" b="1" i="1" dirty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ru-RU" dirty="0" smtClean="0"/>
              <a:t> </a:t>
            </a:r>
            <a:r>
              <a:rPr lang="en-US" b="1" i="1" dirty="0" err="1" smtClean="0"/>
              <a:t>ShowDialog</a:t>
            </a:r>
            <a:endParaRPr lang="ru-RU" b="1" i="1" dirty="0" smtClean="0"/>
          </a:p>
          <a:p>
            <a:r>
              <a:rPr lang="ru-RU" dirty="0" smtClean="0"/>
              <a:t> </a:t>
            </a:r>
            <a:r>
              <a:rPr lang="en-US" b="1" i="1" dirty="0" err="1" smtClean="0"/>
              <a:t>DialogResult</a:t>
            </a:r>
            <a:r>
              <a:rPr lang="ru-RU" b="1" i="1" dirty="0"/>
              <a:t>.</a:t>
            </a:r>
            <a:r>
              <a:rPr lang="en-US" b="1" i="1" dirty="0" smtClean="0"/>
              <a:t>OK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Пример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endParaRPr lang="ru-RU" dirty="0"/>
          </a:p>
          <a:p>
            <a:r>
              <a:rPr lang="en-US" dirty="0"/>
              <a:t>string </a:t>
            </a:r>
            <a:r>
              <a:rPr lang="en-US" dirty="0" err="1"/>
              <a:t>fname</a:t>
            </a:r>
            <a:r>
              <a:rPr lang="en-US" dirty="0" smtClean="0"/>
              <a:t>;</a:t>
            </a:r>
            <a:endParaRPr lang="ru-RU" dirty="0"/>
          </a:p>
          <a:p>
            <a:r>
              <a:rPr lang="en-US" dirty="0"/>
              <a:t>if(openFileDialog1.ShowDialog()==</a:t>
            </a:r>
            <a:r>
              <a:rPr lang="en-US" dirty="0" err="1"/>
              <a:t>DialogResult.OK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</a:t>
            </a:r>
            <a:r>
              <a:rPr lang="en-US" dirty="0" err="1"/>
              <a:t>fname</a:t>
            </a:r>
            <a:r>
              <a:rPr lang="en-US" dirty="0"/>
              <a:t>=openFileDialog1.FileName;</a:t>
            </a:r>
            <a:endParaRPr lang="ru-RU" dirty="0"/>
          </a:p>
          <a:p>
            <a:r>
              <a:rPr lang="en-US" dirty="0"/>
              <a:t>  . . .  </a:t>
            </a:r>
            <a:endParaRPr lang="ru-RU" dirty="0"/>
          </a:p>
          <a:p>
            <a:r>
              <a:rPr lang="en-US" dirty="0"/>
              <a:t> </a:t>
            </a:r>
            <a:r>
              <a:rPr lang="ru-RU" dirty="0"/>
              <a:t>}</a:t>
            </a:r>
          </a:p>
          <a:p>
            <a:pPr>
              <a:buNone/>
            </a:pPr>
            <a:endParaRPr lang="ru-RU" dirty="0"/>
          </a:p>
          <a:p>
            <a:r>
              <a:rPr lang="ru-RU"/>
              <a:t>	</a:t>
            </a:r>
            <a:r>
              <a:rPr lang="ru-RU" dirty="0"/>
              <a:t> </a:t>
            </a:r>
          </a:p>
          <a:p>
            <a:r>
              <a:rPr lang="en-US" dirty="0"/>
              <a:t>. . .</a:t>
            </a:r>
            <a:endParaRPr lang="ru-RU" dirty="0"/>
          </a:p>
          <a:p>
            <a:r>
              <a:rPr lang="en-US" dirty="0" err="1"/>
              <a:t>StreamReader</a:t>
            </a:r>
            <a:r>
              <a:rPr lang="en-US" dirty="0"/>
              <a:t> sin=new </a:t>
            </a:r>
            <a:r>
              <a:rPr lang="en-US" dirty="0" err="1"/>
              <a:t>StreamReader</a:t>
            </a:r>
            <a:r>
              <a:rPr lang="en-US" dirty="0"/>
              <a:t>(</a:t>
            </a:r>
            <a:r>
              <a:rPr lang="en-US" dirty="0" err="1"/>
              <a:t>fname</a:t>
            </a:r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string </a:t>
            </a:r>
            <a:r>
              <a:rPr lang="en-US" dirty="0" err="1"/>
              <a:t>str</a:t>
            </a:r>
            <a:r>
              <a:rPr lang="en-US" dirty="0"/>
              <a:t>;</a:t>
            </a:r>
            <a:endParaRPr lang="ru-RU" dirty="0"/>
          </a:p>
          <a:p>
            <a:r>
              <a:rPr lang="en-US" dirty="0"/>
              <a:t>while((</a:t>
            </a:r>
            <a:r>
              <a:rPr lang="en-US" dirty="0" err="1"/>
              <a:t>str</a:t>
            </a:r>
            <a:r>
              <a:rPr lang="en-US" dirty="0"/>
              <a:t>=</a:t>
            </a:r>
            <a:r>
              <a:rPr lang="en-US" dirty="0" err="1"/>
              <a:t>sin.ReadLine</a:t>
            </a:r>
            <a:r>
              <a:rPr lang="en-US" dirty="0"/>
              <a:t>())!=null)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</a:t>
            </a:r>
            <a:r>
              <a:rPr lang="en-US" dirty="0" err="1"/>
              <a:t>str</a:t>
            </a:r>
            <a:r>
              <a:rPr lang="en-US" dirty="0"/>
              <a:t>+=”\r\n”;</a:t>
            </a:r>
            <a:endParaRPr lang="ru-RU" dirty="0"/>
          </a:p>
          <a:p>
            <a:r>
              <a:rPr lang="en-US" dirty="0"/>
              <a:t>  textBox1.AppendText(</a:t>
            </a:r>
            <a:r>
              <a:rPr lang="en-US" dirty="0" err="1"/>
              <a:t>str</a:t>
            </a:r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 </a:t>
            </a:r>
            <a:r>
              <a:rPr lang="ru-RU" dirty="0"/>
              <a:t>}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100</Words>
  <Application>Microsoft Office PowerPoint</Application>
  <PresentationFormat>Экран (4:3)</PresentationFormat>
  <Paragraphs>190</Paragraphs>
  <Slides>24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1.6. Элемент  NumericUpDown </vt:lpstr>
      <vt:lpstr>Пример</vt:lpstr>
      <vt:lpstr>Пример (продолжение)</vt:lpstr>
      <vt:lpstr> 1.7. Элемент  TabControl </vt:lpstr>
      <vt:lpstr>Пример</vt:lpstr>
      <vt:lpstr>Пример (продолжение)</vt:lpstr>
      <vt:lpstr> 1.8. Элемент  Timer </vt:lpstr>
      <vt:lpstr> 2. СПИСКИ И ДЕРЕВЬЯ 2.1. Элемент  ListBox </vt:lpstr>
      <vt:lpstr>Пример</vt:lpstr>
      <vt:lpstr>Пример (продолжение)</vt:lpstr>
      <vt:lpstr>2.2. Элемент ComboBox </vt:lpstr>
      <vt:lpstr>Пример</vt:lpstr>
      <vt:lpstr>Пример (продолжение)</vt:lpstr>
      <vt:lpstr> 2.3. Элемент TreeView </vt:lpstr>
      <vt:lpstr> 3. РЕДАКТОРЫ ТЕКСТА  3.1. Многострочный элемент TextBox </vt:lpstr>
      <vt:lpstr>Пример</vt:lpstr>
      <vt:lpstr>Пример (продолжение)</vt:lpstr>
      <vt:lpstr> 3.2. Элемент RichTextBox </vt:lpstr>
      <vt:lpstr>Элемент RichTextBox (продолжение)</vt:lpstr>
      <vt:lpstr>Пример</vt:lpstr>
      <vt:lpstr>Пример</vt:lpstr>
      <vt:lpstr>Пример (продолжение)</vt:lpstr>
      <vt:lpstr>4. ДИАЛОГОВЫЕ ЭЛЕМЕНТЫ 4.1. Элемент OpenFileDialog </vt:lpstr>
      <vt:lpstr>Пример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1.6. Элемент  NumericUpDown </dc:title>
  <dc:creator>Князев А.В.</dc:creator>
  <cp:lastModifiedBy>Князев А.В.</cp:lastModifiedBy>
  <cp:revision>72</cp:revision>
  <dcterms:created xsi:type="dcterms:W3CDTF">2020-09-04T12:36:11Z</dcterms:created>
  <dcterms:modified xsi:type="dcterms:W3CDTF">2020-09-07T04:50:46Z</dcterms:modified>
</cp:coreProperties>
</file>